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4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621792"/>
            <a:ext cx="210312" cy="210312"/>
          </a:xfrm>
          <a:prstGeom prst="ellipse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23576" y="621792"/>
            <a:ext cx="210312" cy="210312"/>
          </a:xfrm>
          <a:prstGeom prst="ellipse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7312" y="621792"/>
            <a:ext cx="210312" cy="210312"/>
          </a:xfrm>
          <a:prstGeom prst="ellipse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45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Student Welfare at NIT Sikkim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515600" cy="4160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Overview of student information and wellbeing initiatives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Suggested programs to support student mental health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Proposed resources for personal development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• Initiatives to foster a supportive academic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4652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621792"/>
            <a:ext cx="210312" cy="210312"/>
          </a:xfrm>
          <a:prstGeom prst="ellipse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23576" y="621792"/>
            <a:ext cx="210312" cy="210312"/>
          </a:xfrm>
          <a:prstGeom prst="ellipse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97312" y="621792"/>
            <a:ext cx="210312" cy="210312"/>
          </a:xfrm>
          <a:prstGeom prst="ellipse">
            <a:avLst/>
          </a:prstGeom>
          <a:solidFill>
            <a:srgbClr val="B98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914400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3750"/>
              </a:lnSpc>
              <a:spcAft>
                <a:spcPts val="0"/>
              </a:spcAft>
              <a:defRPr sz="3000" b="1">
                <a:solidFill>
                  <a:srgbClr val="183454"/>
                </a:solidFill>
                <a:latin typeface="Arial"/>
              </a:defRPr>
            </a:pPr>
            <a:r>
              <a:t>Campus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6858000" cy="4160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183454"/>
                </a:solidFill>
                <a:latin typeface="Arial"/>
              </a:defRPr>
            </a:pPr>
            <a:r>
              <a:t>• Suggested extracurricular programs and clubs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183454"/>
                </a:solidFill>
                <a:latin typeface="Arial"/>
              </a:defRPr>
            </a:pPr>
            <a:r>
              <a:t>• Proposed student engagement events</a:t>
            </a:r>
          </a:p>
          <a:p>
            <a:pPr>
              <a:lnSpc>
                <a:spcPts val="2500"/>
              </a:lnSpc>
              <a:spcAft>
                <a:spcPts val="720"/>
              </a:spcAft>
              <a:defRPr sz="2000" b="0">
                <a:solidFill>
                  <a:srgbClr val="183454"/>
                </a:solidFill>
                <a:latin typeface="Arial"/>
              </a:defRPr>
            </a:pPr>
            <a:r>
              <a:t>• Opportunities for peer interaction and community building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2000" b="0">
                <a:solidFill>
                  <a:srgbClr val="183454"/>
                </a:solidFill>
                <a:latin typeface="Arial"/>
              </a:defRPr>
            </a:pPr>
            <a:r>
              <a:t>• Suggested activities to enhance campus life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874519"/>
            <a:ext cx="3474720" cy="2600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44200" y="6446520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250"/>
              </a:lnSpc>
              <a:spcAft>
                <a:spcPts val="0"/>
              </a:spcAft>
              <a:defRPr sz="1000" b="0">
                <a:solidFill>
                  <a:srgbClr val="183454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60704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3750"/>
              </a:lnSpc>
              <a:spcAft>
                <a:spcPts val="0"/>
              </a:spcAft>
              <a:defRPr sz="3000" b="1">
                <a:solidFill>
                  <a:srgbClr val="183454"/>
                </a:solidFill>
                <a:latin typeface="Arial"/>
              </a:defRPr>
            </a:pPr>
            <a:r>
              <a:t>Image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98480" cy="4526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ts val="1625"/>
              </a:lnSpc>
              <a:spcAft>
                <a:spcPts val="0"/>
              </a:spcAft>
              <a:defRPr sz="1300" b="0">
                <a:solidFill>
                  <a:srgbClr val="183454"/>
                </a:solidFill>
                <a:latin typeface="Arial"/>
              </a:defRPr>
            </a:pPr>
            <a:r>
              <a:t>UNC Charlotte campus: Active Learning classrooms + some signage — ghwpix; BY-SA 2.0;</a:t>
            </a:r>
            <a:br/>
            <a:r>
              <a:t>https://www.flickr.com/photos/46844441@N00/21540563958; https://creativecommons.org/licenses/by-sa/2.0/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