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45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Student Welfare at NIT Sikkim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Overview of student information and demographic data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Suggested initiatives for student wellbeing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Support systems for mental and physical health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Proposed resources for student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83454"/>
                </a:solidFill>
                <a:latin typeface="Arial"/>
              </a:defRPr>
            </a:pPr>
            <a:r>
              <a:t>Campus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8580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Suggested extracurricular programs and clubs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Student engagement and community building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Campus life and social integration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Proposed events for student involvement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19"/>
            <a:ext cx="3474720" cy="2600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183454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83454"/>
                </a:solidFill>
                <a:latin typeface="Arial"/>
              </a:defRPr>
            </a:pPr>
            <a: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526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183454"/>
                </a:solidFill>
                <a:latin typeface="Arial"/>
              </a:defRPr>
            </a:pPr>
            <a:r>
              <a:t>UNC Charlotte campus: Active Learning classrooms + some signage — ghwpix; BY-SA 2.0;</a:t>
            </a:r>
            <a:br/>
            <a:r>
              <a:t>https://www.flickr.com/photos/46844441@N00/21540563958; https://creativecommons.org/licenses/by-sa/2.0/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