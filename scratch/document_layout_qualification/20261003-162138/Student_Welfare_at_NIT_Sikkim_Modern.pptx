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demographic data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initiatives for student wellbeing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Support systems for mental and physical health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student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0243E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Student engagement and community building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Campus life and social integration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Proposed events for student involvement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10243E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0243E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10243E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